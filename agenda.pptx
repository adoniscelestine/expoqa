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3716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09728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05740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01752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97764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65008" y="13716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65008" y="109728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65008" y="205740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301752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397764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57616" y="13716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7616" y="109728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205740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301752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397764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50224" y="13716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0224" y="109728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0224" y="205740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301752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397764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2832" y="13716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42832" y="109728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832" y="205740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42832" y="301752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42832" y="397764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13716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109728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205740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301752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3977640"/>
            <a:ext cx="32004" cy="32004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FFFFFF"/>
                </a:solidFill>
              </a:rPr>
              <a:t>EXPOQA 2026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1480" y="56692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Agenda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41148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Breaking Smart Machines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1572768"/>
            <a:ext cx="4160520" cy="676656"/>
          </a:xfrm>
          <a:prstGeom prst="rect">
            <a:avLst/>
          </a:prstGeom>
          <a:solidFill>
            <a:srgbClr val="0F0F24"/>
          </a:solidFill>
          <a:ln w="9525">
            <a:solidFill>
              <a:srgbClr val="1E1E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1572768"/>
            <a:ext cx="36576" cy="6766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" y="1737360"/>
            <a:ext cx="347472" cy="347472"/>
          </a:xfrm>
          <a:prstGeom prst="ellipse">
            <a:avLst/>
          </a:prstGeom>
          <a:solidFill>
            <a:srgbClr val="334155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41832" y="1655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41832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Red Teaming?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30752" y="1755648"/>
            <a:ext cx="64008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30752" y="1755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 min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2322576"/>
            <a:ext cx="4160520" cy="676656"/>
          </a:xfrm>
          <a:prstGeom prst="rect">
            <a:avLst/>
          </a:prstGeom>
          <a:solidFill>
            <a:srgbClr val="0F0F24"/>
          </a:solidFill>
          <a:ln w="9525">
            <a:solidFill>
              <a:srgbClr val="1E1E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2322576"/>
            <a:ext cx="36576" cy="6766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" y="2487168"/>
            <a:ext cx="347472" cy="347472"/>
          </a:xfrm>
          <a:prstGeom prst="ellipse">
            <a:avLst/>
          </a:prstGeom>
          <a:solidFill>
            <a:srgbClr val="334155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41832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41832" y="2670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key vulnerabilities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0752" y="2505456"/>
            <a:ext cx="64008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0752" y="2505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 min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3072384"/>
            <a:ext cx="4160520" cy="676656"/>
          </a:xfrm>
          <a:prstGeom prst="rect">
            <a:avLst/>
          </a:prstGeom>
          <a:solidFill>
            <a:srgbClr val="0F0F24"/>
          </a:solidFill>
          <a:ln w="9525">
            <a:solidFill>
              <a:srgbClr val="1E1E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072384"/>
            <a:ext cx="64008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" y="3236976"/>
            <a:ext cx="347472" cy="347472"/>
          </a:xfrm>
          <a:prstGeom prst="ellipse">
            <a:avLst/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41832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41832" y="34198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Firewall vs The Jailbreaker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30752" y="3255264"/>
            <a:ext cx="64008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30752" y="3255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40 min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" y="3822192"/>
            <a:ext cx="4160520" cy="676656"/>
          </a:xfrm>
          <a:prstGeom prst="rect">
            <a:avLst/>
          </a:prstGeom>
          <a:solidFill>
            <a:srgbClr val="0F0F24"/>
          </a:solidFill>
          <a:ln w="9525">
            <a:solidFill>
              <a:srgbClr val="1E1E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3822192"/>
            <a:ext cx="36576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" y="3986784"/>
            <a:ext cx="347472" cy="347472"/>
          </a:xfrm>
          <a:prstGeom prst="ellipse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41832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730752" y="4005072"/>
            <a:ext cx="6400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30752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 min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09160" y="1572768"/>
            <a:ext cx="4160520" cy="676656"/>
          </a:xfrm>
          <a:prstGeom prst="rect">
            <a:avLst/>
          </a:prstGeom>
          <a:solidFill>
            <a:srgbClr val="0F0F24"/>
          </a:solidFill>
          <a:ln w="9525">
            <a:solidFill>
              <a:srgbClr val="1E1E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09160" y="1572768"/>
            <a:ext cx="64008" cy="67665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73752" y="1737360"/>
            <a:ext cx="347472" cy="347472"/>
          </a:xfrm>
          <a:prstGeom prst="ellipse">
            <a:avLst/>
          </a:prstGeom>
          <a:solidFill>
            <a:srgbClr val="3F101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7375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330952" y="1655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330952" y="1920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Injection &amp; Tool Extraction — Gandalf CTF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119872" y="1755648"/>
            <a:ext cx="640080" cy="274320"/>
          </a:xfrm>
          <a:prstGeom prst="rect">
            <a:avLst/>
          </a:prstGeom>
          <a:solidFill>
            <a:srgbClr val="3F1010"/>
          </a:solidFill>
          <a:ln w="12700">
            <a:solidFill>
              <a:srgbClr val="3F101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19872" y="1755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30 min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09160" y="2322576"/>
            <a:ext cx="4160520" cy="676656"/>
          </a:xfrm>
          <a:prstGeom prst="rect">
            <a:avLst/>
          </a:prstGeom>
          <a:solidFill>
            <a:srgbClr val="0F0F24"/>
          </a:solidFill>
          <a:ln w="9525">
            <a:solidFill>
              <a:srgbClr val="1E1E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09160" y="2322576"/>
            <a:ext cx="64008" cy="67665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73752" y="2487168"/>
            <a:ext cx="347472" cy="347472"/>
          </a:xfrm>
          <a:prstGeom prst="ellipse">
            <a:avLst/>
          </a:prstGeom>
          <a:solidFill>
            <a:srgbClr val="0F2D20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7375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330952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330952" y="2670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 Teaming · Promptfoo + Playwright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119872" y="2505456"/>
            <a:ext cx="640080" cy="274320"/>
          </a:xfrm>
          <a:prstGeom prst="rect">
            <a:avLst/>
          </a:prstGeom>
          <a:solidFill>
            <a:srgbClr val="0F2D20"/>
          </a:solidFill>
          <a:ln w="12700">
            <a:solidFill>
              <a:srgbClr val="0F2D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19872" y="2505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25 min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09160" y="3072384"/>
            <a:ext cx="4160520" cy="676656"/>
          </a:xfrm>
          <a:prstGeom prst="rect">
            <a:avLst/>
          </a:prstGeom>
          <a:solidFill>
            <a:srgbClr val="0F0F24"/>
          </a:solidFill>
          <a:ln w="9525">
            <a:solidFill>
              <a:srgbClr val="1E1E3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09160" y="3072384"/>
            <a:ext cx="36576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73752" y="3236976"/>
            <a:ext cx="347472" cy="347472"/>
          </a:xfrm>
          <a:prstGeom prst="ellipse">
            <a:avLst/>
          </a:prstGeom>
          <a:solidFill>
            <a:srgbClr val="2D1F5E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73752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330952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&amp; Q&amp;A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5330952" y="34198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wrap-up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119872" y="3255264"/>
            <a:ext cx="640080" cy="274320"/>
          </a:xfrm>
          <a:prstGeom prst="rect">
            <a:avLst/>
          </a:prstGeom>
          <a:solidFill>
            <a:srgbClr val="2D1F5E"/>
          </a:solidFill>
          <a:ln w="12700">
            <a:solidFill>
              <a:srgbClr val="2D1F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119872" y="3255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 min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544568" y="1572768"/>
            <a:ext cx="13716" cy="2176272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9160" y="3803904"/>
            <a:ext cx="4160520" cy="384048"/>
          </a:xfrm>
          <a:prstGeom prst="rect">
            <a:avLst/>
          </a:prstGeom>
          <a:solidFill>
            <a:srgbClr val="0D0D22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09160" y="3803904"/>
            <a:ext cx="64008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73752" y="38039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duration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178040" y="38039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hours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2026-05-23T20:53:34Z</dcterms:created>
  <dcterms:modified xsi:type="dcterms:W3CDTF">2026-05-23T20:53:34Z</dcterms:modified>
</cp:coreProperties>
</file>